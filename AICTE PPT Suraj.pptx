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9" r:id="rId4"/>
  </p:sldMasterIdLst>
  <p:notesMasterIdLst>
    <p:notesMasterId r:id="rId16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2" r:id="rId12"/>
    <p:sldId id="2146847061" r:id="rId13"/>
    <p:sldId id="2146847055" r:id="rId14"/>
    <p:sldId id="25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44" y="1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00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31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5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7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5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1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6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9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4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375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04487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195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87731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0975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9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0BE51F3-3549-902F-DFFE-F6DECADAE59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0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4235" y="1410371"/>
            <a:ext cx="10036357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Secure Data Hiding in Image Using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511" y="4058588"/>
            <a:ext cx="9910516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        :-  Suraj Mohapatra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      :-  Suraj Mohapatra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      :-  Gandhi Institute  of Technological Advancement  (GITA)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          :-   MCA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586" y="642552"/>
            <a:ext cx="10515600" cy="83940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489" y="1618938"/>
            <a:ext cx="9692089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4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400" b="1" dirty="0">
                <a:latin typeface="Arial"/>
                <a:ea typeface="+mn-lt"/>
                <a:cs typeface="Arial"/>
              </a:rPr>
              <a:t>Technology used</a:t>
            </a:r>
            <a:endParaRPr lang="en-US" sz="2000" dirty="0">
              <a:latin typeface="Arial"/>
              <a:cs typeface="Arial"/>
            </a:endParaRPr>
          </a:p>
          <a:p>
            <a:pPr marL="305435" indent="-305435"/>
            <a:r>
              <a:rPr lang="en-US" sz="2400" b="1" dirty="0">
                <a:latin typeface="Arial"/>
                <a:ea typeface="+mn-lt"/>
                <a:cs typeface="+mn-lt"/>
              </a:rPr>
              <a:t>Wow factor </a:t>
            </a:r>
            <a:endParaRPr lang="en-US" sz="24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4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4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4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4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4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432" y="2940896"/>
            <a:ext cx="11029615" cy="1927315"/>
          </a:xfrm>
        </p:spPr>
        <p:txBody>
          <a:bodyPr>
            <a:normAutofit/>
          </a:bodyPr>
          <a:lstStyle/>
          <a:p>
            <a:r>
              <a:rPr lang="en-US" sz="2000" dirty="0"/>
              <a:t>This project aims to develop an advanced steganography tool that securely hides encrypted messages within image files, ensuring confidential communication for Marcos Commando operations.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982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770" y="2080985"/>
            <a:ext cx="5546974" cy="2872016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Python 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OpenCV (cv2) 🖼️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NumPy 🔢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Cryptography (fernet) 🔒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924" y="771730"/>
            <a:ext cx="9655882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⚡ Fast and efficient encoding/decoding using NumPy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🔐 AES encryption to ensure message confidentiality.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🖼️ Automatic generation of unique encrypted image files to prevent overwriting.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9449" y="704309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6566" y="2857558"/>
            <a:ext cx="9319552" cy="304925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🪖 Marcos Commando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🛡️ Defense and Intelligence Agencies</a:t>
            </a: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980" y="624110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D7125-AC62-752D-6E68-9EB88BCC6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873" y="1264555"/>
            <a:ext cx="8915400" cy="377762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✅ Embedded secret messages in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✅ Successful decryption of hidden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✅ Automatic saving of encrypted and decrypted files.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D555C-EC8F-3E52-E480-9681C6412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47" y="2927379"/>
            <a:ext cx="6427351" cy="3825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13FEA9-153D-9984-6FA8-0E53DDE8F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498" y="2927379"/>
            <a:ext cx="5565501" cy="346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401" y="714702"/>
            <a:ext cx="9570709" cy="59909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169" y="3104550"/>
            <a:ext cx="9827172" cy="375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project provides a reliable and efficient steganography tool for Marcos Commando operations, ensuring secure message transmission using advanced encryption and image processing.</a:t>
            </a:r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4856" y="708193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Make sure that there should be readme file</a:t>
            </a:r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102" y="2942896"/>
            <a:ext cx="8915400" cy="37776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📹 Extending support for video and audio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🔧 Enhancing encryption with customizable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🖥️ Developing a user-friendly GUI for non-technical users.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2049518" y="797244"/>
            <a:ext cx="10892623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0C0C0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infopath/2007/PartnerControls"/>
    <ds:schemaRef ds:uri="http://purl.org/dc/terms/"/>
    <ds:schemaRef ds:uri="http://www.w3.org/XML/1998/namespace"/>
    <ds:schemaRef ds:uri="fadb41d3-f9cb-40fb-903c-8cacaba95bb5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b30265f8-c5e2-4918-b4a1-b977299ca3e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97</TotalTime>
  <Words>227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 3</vt:lpstr>
      <vt:lpstr>Wisp</vt:lpstr>
      <vt:lpstr>PowerPoint Presentation</vt:lpstr>
      <vt:lpstr>OUTLINE</vt:lpstr>
      <vt:lpstr>Problem Statement</vt:lpstr>
      <vt:lpstr>Technology  used</vt:lpstr>
      <vt:lpstr>Wow factors</vt:lpstr>
      <vt:lpstr>End users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suraj mohapatra</cp:lastModifiedBy>
  <cp:revision>32</cp:revision>
  <dcterms:created xsi:type="dcterms:W3CDTF">2021-05-26T16:50:10Z</dcterms:created>
  <dcterms:modified xsi:type="dcterms:W3CDTF">2025-02-15T05:33:56Z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